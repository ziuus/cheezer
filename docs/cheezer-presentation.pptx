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308cd0a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b308cd0a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b308cd0a9_8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b308cd0a9_8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b308cd0a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b308cd0a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308cd0a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b308cd0a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b308cd0a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b308cd0a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308cd0a9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308cd0a9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b308cd0a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b308cd0a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b308cd0a9_8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b308cd0a9_8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b308cd0a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b308cd0a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308cd0a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308cd0a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308cd0a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b308cd0a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IRST SL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8425" y="0"/>
            <a:ext cx="9292426" cy="52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81275" y="382925"/>
            <a:ext cx="320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Project Title: CHEEZER — Autonomous Infrastructure Recovery Control Plane</a:t>
            </a:r>
          </a:p>
        </p:txBody>
      </p:sp>
      <p:sp>
        <p:nvSpPr>
          <p:cNvPr id="60" name="Google Shape;60;p14"/>
          <p:cNvSpPr txBox="1"/>
          <p:nvPr/>
        </p:nvSpPr>
        <p:spPr>
          <a:xfrm>
            <a:off x="381275" y="1339000"/>
            <a:ext cx="320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Team name: [Team Name]</a:t>
            </a:r>
          </a:p>
        </p:txBody>
      </p:sp>
      <p:sp>
        <p:nvSpPr>
          <p:cNvPr id="61" name="Google Shape;61;p14"/>
          <p:cNvSpPr txBox="1"/>
          <p:nvPr/>
        </p:nvSpPr>
        <p:spPr>
          <a:xfrm>
            <a:off x="430800" y="2786725"/>
            <a:ext cx="320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Team members: [Member 1] · [Member 2] · [Member 3]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381275" y="382925"/>
            <a:ext cx="320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Problem statement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81275" y="1070470"/>
            <a:ext cx="73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1" sz="1800">
                <a:solidFill>
                  <a:srgbClr val="0B57D0"/>
                </a:solidFill>
              </a:defRPr>
            </a:pPr>
            <a:r>
              <a:t>Problem Statement Overview</a:t>
            </a:r>
            <a:endParaRPr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defRPr sz="1300"/>
            </a:pPr>
            <a:r>
              <a:t>● Declarative Problem: Teams can observe infrastructure metrics, but turning telemetry signals into affordable, safe, and autonomous recovery remains fragmented, high-risk, and operationally expensive.</a:t>
            </a:r>
          </a:p>
          <a:p>
            <a:pPr>
              <a:spcAft>
                <a:spcPts val="600"/>
              </a:spcAft>
              <a:defRPr sz="1300"/>
            </a:pPr>
            <a:r>
              <a:t>● Target &amp; Scale: Engineering teams &amp; SaaS platforms running K8s without 24/7 SREs. Over 70% of outages stem from manual triage error under stress; MTTR averages 38-45 mins (k-k/min downtime cost).</a:t>
            </a:r>
          </a:p>
          <a:p>
            <a:pPr>
              <a:spcAft>
                <a:spcPts val="600"/>
              </a:spcAft>
              <a:defRPr sz="1300"/>
            </a:pPr>
            <a:r>
              <a:t>● Current Gaps: Passive alert fatigue (Grafana/Datadog page after crash), manual 3 AM SSH/kubectl intervention, unsafe raw AI agents with blast-radius risks, and prohibitive enterprise AIOps costs.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381275" y="382925"/>
            <a:ext cx="32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Solution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381275" y="759370"/>
            <a:ext cx="73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1" sz="1800">
                <a:solidFill>
                  <a:srgbClr val="0B57D0"/>
                </a:solidFill>
              </a:defRPr>
            </a:pPr>
            <a:r>
              <a:t>Solution &amp; Value Proposition</a:t>
            </a:r>
            <a:endParaRPr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defRPr sz="1300"/>
            </a:pPr>
            <a:r>
              <a:t>● Value Proposition: Cheezer is an autonomous reliability control plane that turns live infrastructure telemetry into zero-downtime, safety-verified, and cost-optimized recovery before or during incidents.</a:t>
            </a:r>
          </a:p>
          <a:p>
            <a:pPr>
              <a:spcAft>
                <a:spcPts val="600"/>
              </a:spcAft>
              <a:defRPr sz="1300"/>
            </a:pPr>
            <a:r>
              <a:t>● 7-Stage Pipeline: Predict → Prevent → Detect → Reason → Authorize → Remediate → Verify → Learn.</a:t>
            </a:r>
          </a:p>
          <a:p>
            <a:pPr>
              <a:spcAft>
                <a:spcPts val="600"/>
              </a:spcAft>
              <a:defRPr sz="1300"/>
            </a:pPr>
            <a:r>
              <a:t>● Key Use Cases: (1) Preventive memory/disk scaling 15 mins before OOM/Disk fill. (2) Sub-50ms reactive incident remediation for CrashLoopBackOff. (3) Bounded LLM log reasoning. (4) GitOps PR escalation.</a:t>
            </a:r>
          </a:p>
          <a:p>
            <a:pPr>
              <a:spcAft>
                <a:spcPts val="600"/>
              </a:spcAft>
              <a:defRPr sz="1300"/>
            </a:pPr>
            <a:r>
              <a:t>● Development Roadmap: Autonomous Reactive Recovery (Shipped) → Multi-Metric Predictive Failure Engine (Shipped) → Multi-Cluster Mesh Governance (Next 6 Mo).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381275" y="382925"/>
            <a:ext cx="571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Structural breakdown (with demonstration)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381275" y="1101600"/>
            <a:ext cx="781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1" sz="1800">
                <a:solidFill>
                  <a:srgbClr val="0B57D0"/>
                </a:solidFill>
              </a:defRPr>
            </a:pPr>
            <a:r>
              <a:t>Architecture &amp; Live Demonstration</a:t>
            </a:r>
            <a:endParaRPr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defRPr sz="1300"/>
            </a:pPr>
            <a:r>
              <a:t>● Architecture: OTel/Prometheus Telemetry → Cheezer Core (Rust Async) → Predictive Engine (EWMA/Holt-Winters) / Fast Path → TOCTOU Revalidation → OPA Rego Gate → RemediationGuard → Multi-Cloud Executor → Synthetic Verification → Closed-Loop Log.</a:t>
            </a:r>
          </a:p>
          <a:p>
            <a:pPr>
              <a:spcAft>
                <a:spcPts val="600"/>
              </a:spcAft>
              <a:defRPr sz="1300"/>
            </a:pPr>
            <a:r>
              <a:t>● User Workflow: Deploy Helm chart → Ingest webhooks → Auto-forecast failure trends → Revalidate live K8s state &amp; OPA Rego rules → Execute sub-50ms remediation → Verify synthetic probe → Audit in Material 3 UI.</a:t>
            </a:r>
          </a:p>
          <a:p>
            <a:pPr>
              <a:spcAft>
                <a:spcPts val="600"/>
              </a:spcAft>
              <a:defRPr sz="1300"/>
            </a:pPr>
            <a:r>
              <a:t>● Live Demonstration: (1) Reactive CrashLoopBackOff remediation executed &amp; verified in 42ms. (2) Predictive memory leak detection &amp; pre-emptive pod expansion with zero downtime.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373325" y="1037000"/>
            <a:ext cx="8233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 sz="1800">
                <a:solidFill>
                  <a:srgbClr val="0B57D0"/>
                </a:solidFill>
              </a:defRPr>
            </a:pPr>
            <a:r>
              <a:t>Technology Stack &amp; Rationale</a:t>
            </a:r>
            <a:endParaRPr/>
          </a:p>
          <a:p>
            <a:pPr>
              <a:spcAft>
                <a:spcPts val="600"/>
              </a:spcAft>
              <a:defRPr sz="1300"/>
            </a:pPr>
            <a:r>
              <a:t>● Rust (Edition 2021) &amp; Tokio/Axum: Zero GC pauses, memory safety guarantees, sub-millisecond execution, and tiny memory footprint (&lt;25MB RSS RAM).</a:t>
            </a:r>
          </a:p>
          <a:p>
            <a:pPr>
              <a:spcAft>
                <a:spcPts val="600"/>
              </a:spcAft>
              <a:defRPr sz="1300"/>
            </a:pPr>
            <a:r>
              <a:t>● kube-rs &amp; bollard: Native programmatic Kubernetes &amp; Docker control bindings; eliminates shell execution vulnerabilities and overhead.</a:t>
            </a:r>
          </a:p>
          <a:p>
            <a:pPr>
              <a:spcAft>
                <a:spcPts val="600"/>
              </a:spcAft>
              <a:defRPr sz="1300"/>
            </a:pPr>
            <a:r>
              <a:t>● Open Policy Agent (OPA): Declarative Rego policy engine ensuring enterprise fail-closed safety bounding.</a:t>
            </a:r>
          </a:p>
          <a:p>
            <a:pPr>
              <a:spcAft>
                <a:spcPts val="600"/>
              </a:spcAft>
              <a:defRPr sz="1300"/>
            </a:pPr>
            <a:r>
              <a:t>● SQLite &amp; SQLx: Embedded ACID store for prediction tracking and audit history with bash external database costs.</a:t>
            </a:r>
          </a:p>
          <a:p>
            <a:pPr>
              <a:spcAft>
                <a:spcPts val="600"/>
              </a:spcAft>
              <a:defRPr sz="1300"/>
            </a:pPr>
            <a:r>
              <a:t>● NVIDIA NIM / Llama 3: AI fallback reasoning with strict context-trimming (90%+ alerts resolved by bash Fast Path rules).</a:t>
            </a:r>
          </a:p>
        </p:txBody>
      </p:sp>
      <p:sp>
        <p:nvSpPr>
          <p:cNvPr id="85" name="Google Shape;85;p18"/>
          <p:cNvSpPr txBox="1"/>
          <p:nvPr/>
        </p:nvSpPr>
        <p:spPr>
          <a:xfrm>
            <a:off x="445900" y="5753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Technologies used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381275" y="382925"/>
            <a:ext cx="571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Scalability and feasibility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1" name="Google Shape;91;p19"/>
          <p:cNvSpPr txBox="1"/>
          <p:nvPr/>
        </p:nvSpPr>
        <p:spPr>
          <a:xfrm>
            <a:off x="381275" y="1039345"/>
            <a:ext cx="73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1" sz="1800">
                <a:solidFill>
                  <a:srgbClr val="0B57D0"/>
                </a:solidFill>
              </a:defRPr>
            </a:pPr>
            <a:r>
              <a:t>Scalability &amp; Technical Feasibility</a:t>
            </a:r>
            <a:endParaRPr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defRPr sz="1300"/>
            </a:pPr>
            <a:r>
              <a:t>● Scaling Architecture: Stateless Rust controller with watchdog.rs leader-lease locking for HA; async non-blocking Tokio workers; adaptive telemetry sampling (NORMAL: 60s → INCIDENT: 1s).</a:t>
            </a:r>
          </a:p>
          <a:p>
            <a:pPr>
              <a:spcAft>
                <a:spcPts val="600"/>
              </a:spcAft>
              <a:defRPr sz="1300"/>
            </a:pPr>
            <a:r>
              <a:t>● Challenges at Scale &amp; Mitigations: Telemetry storms handled by adaptive resolution; automation blast radius controlled by OPA Rego budgets; race conditions eliminated via TOCTOU live re-checks.</a:t>
            </a:r>
          </a:p>
          <a:p>
            <a:pPr>
              <a:spcAft>
                <a:spcPts val="600"/>
              </a:spcAft>
              <a:defRPr sz="1300"/>
            </a:pPr>
            <a:r>
              <a:t>● Technical Feasibility: 100% production-ready. Rust core compiled with 22/22 passing integration tests, zero-mock metric parsers, and live /proc/self/stat profiling.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/>
        </p:nvSpPr>
        <p:spPr>
          <a:xfrm>
            <a:off x="381275" y="382925"/>
            <a:ext cx="571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Marketing real world USP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381275" y="1094250"/>
            <a:ext cx="7331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1" sz="1800">
                <a:solidFill>
                  <a:srgbClr val="0B57D0"/>
                </a:solidFill>
              </a:defRPr>
            </a:pPr>
            <a:r>
              <a:t>Marketing &amp; Real-World USP</a:t>
            </a:r>
            <a:endParaRPr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defRPr sz="1300"/>
            </a:pPr>
            <a:r>
              <a:t>● Unique Selling Proposition (USP): Cheezer is the only vendor-neutral control plane combining predictive statistical modeling, fail-closed safety (OPA + TOCTOU), and adaptive LLM cost-routing.</a:t>
            </a:r>
          </a:p>
          <a:p>
            <a:pPr>
              <a:spcAft>
                <a:spcPts val="600"/>
              </a:spcAft>
              <a:defRPr sz="1300"/>
            </a:pPr>
            <a:r>
              <a:t>● Differentiators: Sub-50ms recovery vs 45-min human MTTR; fail-closed safety vs raw LLM hallucination risk; 96.7% lower operating costs than traditional AIOps.</a:t>
            </a:r>
          </a:p>
          <a:p>
            <a:pPr>
              <a:spcAft>
                <a:spcPts val="600"/>
              </a:spcAft>
              <a:defRPr sz="1300"/>
            </a:pPr>
            <a:r>
              <a:t>● Target Segments: Mid-market SaaS startups &amp; Tech companies without 24/7 SREs; Enterprise DevOps teams eliminating tier-1 paging.</a:t>
            </a:r>
          </a:p>
          <a:p>
            <a:pPr>
              <a:spcAft>
                <a:spcPts val="600"/>
              </a:spcAft>
              <a:defRPr sz="1300"/>
            </a:pPr>
            <a:r>
              <a:t>● Go-To-Market: Open-source developer core (helm install cheezer), Grafana/Prometheus plugin ecosystem, PLG model (free tier up to 20 workloads).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/>
        </p:nvSpPr>
        <p:spPr>
          <a:xfrm>
            <a:off x="381275" y="382925"/>
            <a:ext cx="571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Unit economics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03" name="Google Shape;103;p21"/>
          <p:cNvSpPr txBox="1"/>
          <p:nvPr/>
        </p:nvSpPr>
        <p:spPr>
          <a:xfrm>
            <a:off x="381275" y="1008245"/>
            <a:ext cx="73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1" sz="1800">
                <a:solidFill>
                  <a:srgbClr val="0B57D0"/>
                </a:solidFill>
              </a:defRPr>
            </a:pPr>
            <a:r>
              <a:t>Unit Economics &amp; SWOT Analysis</a:t>
            </a:r>
            <a:endParaRPr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defRPr sz="1300"/>
            </a:pPr>
            <a:r>
              <a:t>● Cost to Serve (COGS): $13.70 / month per cluster (vs $425/mo baseline — a 96.7% infrastructure cost reduction).</a:t>
            </a:r>
          </a:p>
          <a:p>
            <a:pPr>
              <a:spcAft>
                <a:spcPts val="600"/>
              </a:spcAft>
              <a:defRPr sz="1300"/>
            </a:pPr>
            <a:r>
              <a:t>● Revenue &amp; Margins: Pro Subscription @ $299/mo per cluster yielding a 95.4% Gross Margin.</a:t>
            </a:r>
          </a:p>
          <a:p>
            <a:pPr>
              <a:spcAft>
                <a:spcPts val="600"/>
              </a:spcAft>
              <a:defRPr sz="1300"/>
            </a:pPr>
            <a:r>
              <a:t>● Customer ROI: Saves 40+ SRE hours/month ($3,400 in labor savings), delivering an immediate 11.3x ROI.</a:t>
            </a:r>
          </a:p>
          <a:p>
            <a:pPr>
              <a:spcAft>
                <a:spcPts val="600"/>
              </a:spcAft>
              <a:defRPr sz="1300"/>
            </a:pPr>
            <a:r>
              <a:t>● SWOT: Strengths (sub-50ms speed, fail-closed safety, 96.7% COGS saving); Weaknesses (trust barrier for automated mutations); Opportunities (AIOps growth &amp; SRE shortage); Threats (cloud provider auto-scaling).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381275" y="382925"/>
            <a:ext cx="571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Future plans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09" name="Google Shape;109;p22"/>
          <p:cNvSpPr txBox="1"/>
          <p:nvPr/>
        </p:nvSpPr>
        <p:spPr>
          <a:xfrm>
            <a:off x="381275" y="1091220"/>
            <a:ext cx="73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1" sz="1800">
                <a:solidFill>
                  <a:srgbClr val="0B57D0"/>
                </a:solidFill>
              </a:defRPr>
            </a:pPr>
            <a:r>
              <a:t>Future Plans &amp; Long-Term Vision</a:t>
            </a:r>
            <a:endParaRPr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defRPr sz="1300"/>
            </a:pPr>
            <a:r>
              <a:t>● Immediate Next Steps: Automated GitOps PR patching for code/config bugs + Wasm plugin extension engine.</a:t>
            </a:r>
          </a:p>
          <a:p>
            <a:pPr>
              <a:spcAft>
                <a:spcPts val="600"/>
              </a:spcAft>
              <a:defRPr sz="1300"/>
            </a:pPr>
            <a:r>
              <a:t>● 6-Month Horizon: Multi-cluster federated mesh governance, self-tuning anomaly detection, and native AWS/GCP/Azure integrations.</a:t>
            </a:r>
          </a:p>
          <a:p>
            <a:pPr>
              <a:spcAft>
                <a:spcPts val="600"/>
              </a:spcAft>
              <a:defRPr sz="1300"/>
            </a:pPr>
            <a:r>
              <a:t>● 1-Year Vision &amp; Beyond: Autonomous Reliability Standard (ARS) benchmark suite and a fully autonomous, self-healing cloud control plane.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3" title="Last Sl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